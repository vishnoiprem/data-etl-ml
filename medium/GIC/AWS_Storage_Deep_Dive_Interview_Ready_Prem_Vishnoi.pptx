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Amazon S3 documentation: https://docs.aws.amazon.com/s3/
- Amazon EBS documentation: https://docs.aws.amazon.com/ebs/
- Amazon EFS documentation: https://docs.aws.amazon.com/efs/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storage overview: https://docs.aws.amazon.com/whitepapers/latest/aws-overview/storage.html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user guide: https://docs.aws.amazon.com/AmazonS3/latest/userguide/Welcome.html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Amazon S3 strong consistency: https://aws.amazon.com/s3/consistency/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user guide: https://docs.aws.amazon.com/AmazonS3/latest/userguide/Welcome.html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storage classes: https://docs.aws.amazon.com/AmazonS3/latest/userguide/storage-class-intro.html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storage classes: https://docs.aws.amazon.com/AmazonS3/latest/userguide/storage-class-intro.html
- S3 pricing: https://aws.amazon.com/s3/pricing/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Versioning: https://docs.aws.amazon.com/AmazonS3/latest/userguide/Versioning.html
- S3 Object Lock: https://docs.aws.amazon.com/AmazonS3/latest/userguide/object-lock.html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security best practices: https://docs.aws.amazon.com/AmazonS3/latest/userguide/security-best-practices.html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encryption: https://docs.aws.amazon.com/AmazonS3/latest/userguide/UsingEncryption.html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replication: https://docs.aws.amazon.com/AmazonS3/latest/userguide/replication.html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data lakes: https://aws.amazon.com/s3/data-lakes/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Amazon EBS volumes: https://docs.aws.amazon.com/ebs/latest/userguide/ebs-volumes.html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EBS volume types: https://docs.aws.amazon.com/ebs/latest/userguide/ebs-volume-types.html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EBS snapshots: https://docs.aws.amazon.com/ebs/latest/userguide/ebs-snapshots.html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EBS RAID guidance: https://docs.aws.amazon.com/ebs/latest/userguide/raid-config.html
- EBS volumes and Multi-Attach: https://docs.aws.amazon.com/ebs/latest/userguide/ebs-volumes.html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EFS storage classes: https://aws.amazon.com/efs/storage-classes/
- EFS performance: https://docs.aws.amazon.com/efs/latest/ug/performance.html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EFS performance: https://docs.aws.amazon.com/efs/latest/ug/performance.html
- EFS performance tips: https://docs.aws.amazon.com/efs/latest/ug/performance-tips.html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Storage Gateway: https://docs.aws.amazon.com/storagegateway/
- AWS Snow device update, November 12, 2024: https://aws.amazon.com/blogs/storage/aws-snow-device-updates/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storage overview: https://docs.aws.amazon.com/whitepapers/latest/aws-overview/storage.html
- AWS Snow device update: https://aws.amazon.com/blogs/storage/aws-snow-device-updates/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recommendations synthesized from cited AWS storage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Well-Architected Reliability Pillar: https://docs.aws.amazon.com/wellarchitected/latest/reliability-pillar/welcome.html
- AWS Well-Architected Cost Optimization Pillar: https://docs.aws.amazon.com/wellarchitected/latest/cost-optimization-pillar/welcome.html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S3 consistency: https://aws.amazon.com/s3/consistency/
- S3 storage classes: https://docs.aws.amazon.com/AmazonS3/latest/userguide/storage-class-intro.html
- EBS RAID: https://docs.aws.amazon.com/ebs/latest/userguide/raid-config.html
- AWS Snow device update: https://aws.amazon.com/blogs/storage/aws-snow-device-updates/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Knowledge checks created from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created from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3A8"/>
                </a:solidFill>
              </a:rPr>
              <a:t>PREM VISHNOI | AWS STORAGE INTERVIEW DEEP DIVE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080583091e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>
              <a:alpha val="65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71426">
              <a:alpha val="96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0584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6F9FC"/>
                </a:solidFill>
              </a:rPr>
              <a:t>AWS STORAGE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6F9FC"/>
                </a:solidFill>
              </a:rPr>
              <a:t>DEEP DIVE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58368" y="281635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</a:rPr>
              <a:t>S3 • EBS • EFS • Hybrid Storage • Interview Architecture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5230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Instructor-ready and interview-ready | Prem Vishnoi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01 | MASTER MENTAL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Object vs. block vs. file</a:t>
            </a:r>
            <a:endParaRPr lang="en-US" sz="2700" dirty="0"/>
          </a:p>
        </p:txBody>
      </p:sp>
      <p:pic>
        <p:nvPicPr>
          <p:cNvPr id="4" name="Image 0" descr="/mnt/data/059bad020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17320"/>
            <a:ext cx="733806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508760"/>
            <a:ext cx="3383280" cy="1051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93608" y="1673352"/>
            <a:ext cx="50292" cy="7223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67344" y="1691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Object: S3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67344" y="2066544"/>
            <a:ext cx="290779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API-addressed objects with keys and metadata. Best for data lakes, media, backups, and static assets.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38160" y="2788920"/>
            <a:ext cx="3383280" cy="1051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93608" y="2953512"/>
            <a:ext cx="50292" cy="72237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67344" y="2971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Block: EBS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67344" y="3346704"/>
            <a:ext cx="290779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Raw block device for an EC2 workload. Best for operating systems, databases, and low-latency random I/O.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4069080"/>
            <a:ext cx="3383280" cy="1051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93608" y="4233672"/>
            <a:ext cx="50292" cy="72237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67344" y="4251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File: EFS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67344" y="4626864"/>
            <a:ext cx="2907792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Shared NFS file system mounted by many clients. Best for shared content and Linux file workflows.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02 | S3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S3 is an object store, not a mounted disk</a:t>
            </a:r>
            <a:endParaRPr lang="en-US" sz="2700" dirty="0"/>
          </a:p>
        </p:txBody>
      </p:sp>
      <p:pic>
        <p:nvPicPr>
          <p:cNvPr id="4" name="Image 0" descr="/mnt/data/80d915d9e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371600"/>
            <a:ext cx="7434072" cy="4956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63040"/>
            <a:ext cx="3200400" cy="9601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85048" y="1627632"/>
            <a:ext cx="50292" cy="6309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58784" y="1645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Bucket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58784" y="2020824"/>
            <a:ext cx="272491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Regional container for objects with a globally unique name within the S3 namespace.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2615184"/>
            <a:ext cx="3200400" cy="9601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85048" y="2779776"/>
            <a:ext cx="50292" cy="63093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58784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Object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58784" y="3172968"/>
            <a:ext cx="272491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Data plus system and user metadata, identified by a key and optional version ID.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3767328"/>
            <a:ext cx="3200400" cy="9601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85048" y="3931920"/>
            <a:ext cx="50292" cy="63093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58784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Prefix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58784" y="4325112"/>
            <a:ext cx="272491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Characters before a delimiter. Console folders are a presentation over the flat key namespace.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4919472"/>
            <a:ext cx="3200400" cy="74980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85048" y="5084064"/>
            <a:ext cx="50292" cy="420624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58784" y="5102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API model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58784" y="5477256"/>
            <a:ext cx="2724912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Applications use S3 APIs rather than block-device reads and writes.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03 | S3 CONSISTENCY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Strong read-after-write and list consistency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After a successful new-object write, subsequent reads receive the latest object.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042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Overwrites and deletes are strongly consistent.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871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LIST operations reflect completed writes and deletes.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Strong consistency is automatic and does not require application workarounds.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05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Consistency does not mean multi-object transactions. Design workflows for object-level atomicity and idempotency.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For data lakes, commit protocols and table formats still manage multi-file table state and concurrent writers.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04 | S3 NAMING AND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Design keys for operations, governance, and analytics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Bucket naming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Names are globally unique and should avoid embedding sensitive information.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Key 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predictable prefixes such as domain/dataset/date, but remember the hierarchy is logical.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Tags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object tags for lifecycle, cost allocation, classification, and automation.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Metadata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System and user-defined metadata travel with the object subject to API rules.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Multipart upload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Upload large objects in parts for parallelism, retry isolation, and resumability.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Modern S3 scales request performance by prefix automatically; load test the complete application path.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05 | STORAGE CLASSES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using access frequency, retrieval time, and resilience</a:t>
            </a:r>
            <a:endParaRPr lang="en-US" sz="2700" dirty="0"/>
          </a:p>
        </p:txBody>
      </p:sp>
      <p:pic>
        <p:nvPicPr>
          <p:cNvPr id="4" name="Image 0" descr="/mnt/data/926dcdd30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" y="1353312"/>
            <a:ext cx="747522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44752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76488" y="1609344"/>
            <a:ext cx="50292" cy="585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50224" y="16276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Hot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50224" y="2002536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Standard; S3 Express One Zone for specialized single-zone, latency-sensitive needs.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2542032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76488" y="2706624"/>
            <a:ext cx="50292" cy="585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50224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Unknown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50224" y="3099816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Intelligent-Tiering for changing or unpredictable access patterns.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3639312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76488" y="3803904"/>
            <a:ext cx="50292" cy="5852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Infrequent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50224" y="4197096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Standard-IA or One Zone-IA depending on resilience requirements.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736592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76488" y="4901184"/>
            <a:ext cx="50292" cy="5852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50224" y="4919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Archive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50224" y="5294376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Glacier Instant Retrieval, Flexible Retrieval, and Deep Archive based on retrieval expectations.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06 | LIFECYCLE AND COST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Optimize total cost, not storage price alone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Storage charge depends on class, object size, Region, and time stored.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042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Requests, retrievals, lifecycle transitions, data transfer, replication, inventory, and monitoring can add cost.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871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Minimum storage duration and minimum billable object size apply to selected classes.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Lifecycle rules can transition current and noncurrent versions and expire objects or delete markers.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05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Use Intelligent-Tiering when access is uncertain, but account for per-object monitoring and automation charges.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Small-object archives can be inefficient. Aggregate or compact data where the application permits.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31520" y="5138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1389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Measure bytes, object counts, request mix, retrieval frequency, and egress before selecting a class.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07 | VERSIONING AND RECOVERY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Versioning protects history, but it also grows cost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Version 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Each versioned write creates a distinct object version.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Delete marker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 simple DELETE usually creates a delete marker rather than removing prior versions.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Recovery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Remove the delete marker or copy a previous version to restore logical availability.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Noncurrent lifecycle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Transition or expire old versions intentionally to control storage cost.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MFA Delete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Adds protection for selected versioning operations but has operational constraints.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Object 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WORM retention in governance or compliance mode for supported assurance requirements.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08 | S3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Layer controls instead of relying on one policy</a:t>
            </a:r>
            <a:endParaRPr lang="en-US" sz="2700" dirty="0"/>
          </a:p>
        </p:txBody>
      </p:sp>
      <p:pic>
        <p:nvPicPr>
          <p:cNvPr id="4" name="Image 0" descr="/mnt/data/a7d5189e9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35024"/>
            <a:ext cx="75438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417320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30768" y="1581912"/>
            <a:ext cx="50292" cy="585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04504" y="1600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Prevent exposure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04504" y="1975104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S3 Block Public Access and Object Ownership settings.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75320" y="2514600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30768" y="2679192"/>
            <a:ext cx="50292" cy="585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04504" y="2697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Authorize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04504" y="3072384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Combine IAM, bucket policies, access points, VPC endpoint policies, and organization guardrails.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75320" y="3611880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30768" y="3776472"/>
            <a:ext cx="50292" cy="5852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04504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Encrypt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04504" y="4169664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HTTPS in transit and SSE-S3, SSE-KMS, DSSE-KMS, or client-side encryption at rest.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75320" y="4709160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30768" y="4873752"/>
            <a:ext cx="50292" cy="5852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04504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Audit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04504" y="5266944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CloudTrail data events, server access logging, S3 Inventory, Config, Macie, and security monitoring as required.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09 | SSE-S3 VS SSE-KMS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encryption based on control and audit requirements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474720" cy="36118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1856232"/>
            <a:ext cx="50292" cy="32826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SSE-S3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249424"/>
            <a:ext cx="299923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manages the encryption keys. Simpler operations and no direct KMS request dependency for each object operation.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74720" cy="36118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1856232"/>
            <a:ext cx="50292" cy="32826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SSE-KMS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81728" y="2249424"/>
            <a:ext cx="299923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Uses AWS KMS keys and supports key policies, audit records, and separation of duties. KMS permissions and quotas become part of the design.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74720" cy="36118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2168" y="1856232"/>
            <a:ext cx="50292" cy="328269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Client-side encryption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5904" y="2249424"/>
            <a:ext cx="299923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Application encrypts before upload and owns key handling. Strong control with greater operational responsibility and reduced server-side processing options.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10 | REPLICATION AND MOVEMENT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Replication is a copy strategy, not an automatic backup policy</a:t>
            </a:r>
            <a:endParaRPr lang="en-US" sz="2700" dirty="0"/>
          </a:p>
        </p:txBody>
      </p:sp>
      <p:pic>
        <p:nvPicPr>
          <p:cNvPr id="4" name="Image 0" descr="/mnt/data/83a872803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" y="1325880"/>
            <a:ext cx="7571232" cy="5047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76488" y="1581912"/>
            <a:ext cx="50292" cy="585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50224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Live replication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50224" y="197510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SRR or CRR asynchronously copies new and updated objects according to rules.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251460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76488" y="2679192"/>
            <a:ext cx="50292" cy="585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50224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Existing objects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50224" y="307238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Batch Replication copies existing objects or retries failed copies.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361188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76488" y="3776472"/>
            <a:ext cx="50292" cy="5852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3794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Acceleration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50224" y="416966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Transfer Acceleration routes long-distance uploads through AWS edge infrastructure.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70916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76488" y="4873752"/>
            <a:ext cx="50292" cy="5852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50224" y="4892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Private paths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50224" y="526694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S3 VPC endpoints, Direct Connect, VPN, DataSync, or transfer appliances based on connectivity needs.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11 | DATA LAKE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Interview architecture for enterprise analytics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Separate raw, validated, curated, and consumption zones using accounts, buckets, or prefixes according to governance needs.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042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Use open table formats such as Apache Iceberg where ACID table semantics and concurrent writers are needed.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871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Partition by high-value query predicates without creating excessive small files.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Use Glue Data Catalog, Lake Formation, or an equivalent governance layer for discovery and access control.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05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Encrypt, classify, tag, inventory, and monitor access to sensitive datasets.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Use lifecycle policies for raw history, intermediate data, logs, and noncurrent versions.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31520" y="5138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1389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Design ingestion for idempotency and include reconciliation, schema evolution, and data-quality controls.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12 | EBS FUNDAMENTALS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Persistent block storage for EC2</a:t>
            </a:r>
            <a:endParaRPr lang="en-US" sz="2700" dirty="0"/>
          </a:p>
        </p:txBody>
      </p:sp>
      <p:pic>
        <p:nvPicPr>
          <p:cNvPr id="4" name="Image 0" descr="/mnt/data/a94dc65f8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25880"/>
            <a:ext cx="75438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76488" y="1581912"/>
            <a:ext cx="50292" cy="585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50224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Scope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50224" y="197510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An EBS volume and attached EC2 instance must be in the same Availability Zone.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251460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76488" y="2679192"/>
            <a:ext cx="50292" cy="585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50224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Persistence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50224" y="307238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Volumes persist independently of instance running state subject to deletion settings.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361188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76488" y="3776472"/>
            <a:ext cx="50292" cy="5852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3794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Elastic Volumes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50224" y="416966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Modify size, IOPS, throughput, or type for supported live volumes.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70916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76488" y="4873752"/>
            <a:ext cx="50292" cy="5852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50224" y="4892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Protection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50224" y="526694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Encrypt volumes and snapshots; automate snapshots and copies for recovery objectives.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13 | EBS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Select by IOPS, throughput, latency, and cost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gp3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General-purpose SSD. Performance can be provisioned independently of volume size within service limits.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gp2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Previous-generation general-purpose SSD where performance is tied more closely to size.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io2 / io1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Provisioned IOPS SSD for sustained, latency-sensitive and transaction-intensive workloads.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st1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Throughput Optimized HDD for large sequential workloads; not a boot-volume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sc1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Cold HDD for less frequently accessed, throughput-oriented data; not a boot-volume type.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Instance bandwidth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Volume performance is also limited by EC2-to-EBS bandwidth and workload queue depth.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14 | EBS SNAPSHOTS AND DR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Incremental backups with regional portability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Snapshots are incremental after the first snapshot, so only changed blocks are stored.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042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Creating a volume from a snapshot can involve initialization as blocks are first accessed.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871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Fast Snapshot Restore can eliminate initialization latency for selected snapshots and Availability Zones.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Copy snapshots across Regions or accounts according to recovery, isolation, and compliance requirements.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05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Snapshot consistency is crash-consistent unless the application and file system are quiesced appropriately.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For RAID sets or databases, coordinate snapshots to obtain application-consistent recovery points.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15 | EBS RAID AND MULTI-ATTACH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Know where complexity moves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RAID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Stripes I/O across volumes for aggregate performance. Loss of one volume loses the array.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RAID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Mirrors writes. AWS documentation does not generally recommend RAID 1 on EBS because EBS already replicates within an AZ and mirroring consumes bandwidth.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RAID 5/6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Parity write overhead consumes IOPS; AWS documentation does not recommend these configurations for EBS.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RAID 10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Possible at the OS layer, but evaluate cost, bandwidth, recovery, and whether managed database storage is better.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Multi-Attach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Supported for selected Provisioned IOPS volumes and Nitro instances in one AZ.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Cluster awareness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Multi-Attach requires a cluster-aware file system or application-level write coordination.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16 | EFS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Regional shared NFS storage</a:t>
            </a:r>
            <a:endParaRPr lang="en-US" sz="2700" dirty="0"/>
          </a:p>
        </p:txBody>
      </p:sp>
      <p:pic>
        <p:nvPicPr>
          <p:cNvPr id="4" name="Image 0" descr="/mnt/data/ede33b3cd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25880"/>
            <a:ext cx="75438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1732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76488" y="1581912"/>
            <a:ext cx="50292" cy="585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50224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Shared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50224" y="197510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Many EC2, ECS, EKS, and Lambda clients can access a file system using supported integrations.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21040" y="251460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76488" y="2679192"/>
            <a:ext cx="50292" cy="585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50224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Network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50224" y="307238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Mount targets provide VPC access in selected Availability Zones.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361188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76488" y="3776472"/>
            <a:ext cx="50292" cy="5852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0224" y="3794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Elastic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50224" y="416966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Storage grows and shrinks automatically; throughput mode is an independent design choice.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709160"/>
            <a:ext cx="310896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76488" y="4873752"/>
            <a:ext cx="50292" cy="5852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50224" y="4892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Lifecycle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50224" y="5266944"/>
            <a:ext cx="26334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Move files between Standard, IA, and Archive classes using lifecycle management.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17 | EFS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Performance mode and throughput mode solve different problems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General Purpose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Recommended for faster per-operation performance and most workloads.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Max I/O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Previous-generation mode with higher per-operation latency; evaluate only for applicable existing or specialized workloads.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Elastic throughput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Scales throughput with workload activity and suits changing or unpredictable demand.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Provisioned throughput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Specify throughput independently when the requirement is known.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Bursting throughput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Throughput depends on stored data and burst credits.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Application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Parallel clients and threads, I/O size, metadata operations, and directory contention materially affect performance.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18 | STORAGE GATEWAY AND TRANSFER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Hybrid access is different from data migration</a:t>
            </a:r>
            <a:endParaRPr lang="en-US" sz="2700" dirty="0"/>
          </a:p>
        </p:txBody>
      </p:sp>
      <p:pic>
        <p:nvPicPr>
          <p:cNvPr id="4" name="Image 0" descr="/mnt/data/e43af8d1d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" y="1325880"/>
            <a:ext cx="75438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389888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30768" y="1554480"/>
            <a:ext cx="50292" cy="5852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04504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File Gateway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04504" y="1947672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Expose NFS or SMB access while storing cloud-backed file data using the selected gateway type.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75320" y="2487168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30768" y="2651760"/>
            <a:ext cx="50292" cy="5852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04504" y="2670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Volume Gateway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04504" y="3044952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Expose iSCSI block volumes with cached or stored architecture options.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75320" y="3584448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30768" y="3749040"/>
            <a:ext cx="50292" cy="5852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04504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Tape Gateway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04504" y="4142232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Present a virtual tape library to supported backup applications.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75320" y="4681728"/>
            <a:ext cx="3200400" cy="9144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30768" y="4846320"/>
            <a:ext cx="50292" cy="585216"/>
          </a:xfrm>
          <a:prstGeom prst="rect">
            <a:avLst/>
          </a:prstGeom>
          <a:solidFill>
            <a:srgbClr val="A879F7"/>
          </a:solidFill>
          <a:ln w="12700">
            <a:solidFill>
              <a:srgbClr val="A879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04504" y="4864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Transfer choice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04504" y="5239512"/>
            <a:ext cx="27249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Use DataSync for online movement; physical transfer options depend on current customer eligibility and service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19 | INTERVIEW DECISION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Start with access semantics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API object access, massive scale, metadata-rich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Amazon S3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Mounted low-latency disk for one EC2 workload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Amazon EBS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Shared Linux NFS namespace across many clients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Amazon EFS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Windows SMB, Lustre, ONTAP, or OpenZFS semantics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Evaluate the appropriate Amazon FSx family.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Ongoing on-premises access to cloud-backed storage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AWS Storage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Online migration or recurring high-speed copy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AWS DataSync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86984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5751576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57698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Partner-managed SFTP, FTPS, or FTP into S3/EFS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264" y="6144768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AWS Transfer Family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586984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751576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57698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Offline transfer requirement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92824" y="6144768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Evaluate current AWS Data Transfer Terminal, eligible Snow offerings, or partner options.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20 | SYSTEM DESIGN ANSWER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Enterprise analytical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Raw and curated lake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with table formats, catalog, governance, versioning where required, and lifecycle policies.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Spark temporary storage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Instance store or EBS according to durability and shuffle requirements.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Operational database volumes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EBS selected by latency, IOPS, throughput, and recovery objectives.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Shared model or configuration files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EFS when POSIX/NFS shared-file semantics are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Archive and retention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Glacier storage classes plus Object Lock where policy requires WORM.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Disaster recovery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Backups, cross-Region snapshot copies, S3 replication where appropriate, and tested recovery procedures.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21 | FAILURE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What senior interviewers expect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Define RPO, RTO, durability, availability, latency, throughput, IOPS, and consistency separately.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042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Identify the failure domain: disk, host, Availability Zone, Region, account, credential, operator, or software corruption.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871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Explain why replication is not the same as backup: replication may propagate deletes or corruption.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Design access control and encryption before data lands, not after migration.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05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Model cost using storage, requests, retrieval, transition, replication, transfer, and operational overhead.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Describe monitoring: capacity, request errors, latency, throttling, failed replication, backup success, restore tests, and access anomalies.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31520" y="5138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1389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State trade-offs and validation tests rather than claiming a single service is always best.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22 | TECHNICAL CORRECTIONS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Updates to the original notes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AWS storage is not only object and block; file storage is a first-class model, and specialized file services also exist.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042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S3 provides strong consistency. The statement that object storage is necessarily eventually consistent is outdated for S3.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31520" y="28712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87121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S3 has a flat object-key namespace; console folders are prefixes.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Reduced Redundancy Storage still appears in documentation but AWS recommends not using it.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31520" y="40050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0507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Cross-Region Replication does not make one bucket “available in two Regions.” It asynchronously copies objects to destination bucket or buckets.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572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EBS volumes replicate across servers within one Availability Zone, not automatically across multiple AZs.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31520" y="51389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1389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RAID 1, RAID 5, and RAID 6 are not recommended by AWS for common EBS architectures; RAID 0 is the documented performance pattern.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31520" y="57058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570585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EFS is not specifically recommended as a message-queue database. Choose storage based on the queue product’s supported consistency and locking model.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731520" y="62727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627278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6F9FC"/>
                </a:solidFill>
              </a:rPr>
              <a:t>Snowball Edge availability changed: effective November 7, 2025 it is limited to existing customers according to the AWS notice.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23 | KNOWLEDGE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Pass the interview scenarios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19072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Unknown access pattern for long-lived S3 objects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Intelligent-Tiering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19072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73736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Highest-control KMS audit and key-policy model for S3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824" y="2112264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SSE-KMS or DSSE-KMS according to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63240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Database requires sustained provisioned IOPS on EC2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EBS io2 or applicable Provisioned IOPS option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063240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08152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Many Linux servers need the same directory tree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92824" y="3456432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EFS Regional file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07408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Copy existing S3 objects to a new Region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S3 Batch Replication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242816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07408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2569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On-premises backup software expects virtual tapes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4800600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Tape Gateway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86984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5751576"/>
            <a:ext cx="50292" cy="7040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57698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Need SQL on Parquet objects without managing servers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264" y="6144768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Athena over S3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5586984"/>
            <a:ext cx="5285232" cy="1033272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751576"/>
            <a:ext cx="50292" cy="704088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57698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9FC"/>
                </a:solidFill>
              </a:rPr>
              <a:t>Need shared Windows SMB semantics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92824" y="6144768"/>
            <a:ext cx="480974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1D1"/>
                </a:solidFill>
              </a:rPr>
              <a:t>Evaluate FSx for Windows File Server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24 | FINAL MEMORY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Nine phrases to remember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9900"/>
                </a:solidFill>
              </a:rPr>
              <a:t>S3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7490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Objects, APIs, scale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2D6F4"/>
                </a:solidFill>
              </a:rPr>
              <a:t>S3 consistency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749040" y="1755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Strong after successful writes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76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D6A5"/>
                </a:solidFill>
              </a:rPr>
              <a:t>Lifecycle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49040" y="2276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Access pattern drives class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798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9F7"/>
                </a:solidFill>
              </a:rPr>
              <a:t>Versioning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49040" y="2798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Recovery history plus cost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319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9900"/>
                </a:solidFill>
              </a:rPr>
              <a:t>EBS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49040" y="3319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AZ-scoped block device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2D6F4"/>
                </a:solidFill>
              </a:rPr>
              <a:t>EBS snapshot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4904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Incremental recovery point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361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D6A5"/>
                </a:solidFill>
              </a:rPr>
              <a:t>EFS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49040" y="4361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Regional shared NFS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882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9F7"/>
                </a:solidFill>
              </a:rPr>
              <a:t>Storage Gateway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49040" y="4882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Ongoing hybrid access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5404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9900"/>
                </a:solidFill>
              </a:rPr>
              <a:t>DataSync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749040" y="5404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Online data movement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60167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9900"/>
                </a:solidFill>
              </a:rPr>
              <a:t>Interview formula: access semantics → performance → resilience → security → operations → cost.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a24df2-9dbc-4c60-8048-492eefd19d89}" enabled="1" method="Standard" siteId="{d9124c3a-c50c-4124-bca5-b6f850cec9f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Storage Deep Dive for Interviews</dc:title>
  <dc:subject>PptxGenJS Presentation</dc:subject>
  <dc:creator>Prem Vishnoi</dc:creator>
  <cp:lastModifiedBy>Prem Vishnoi</cp:lastModifiedBy>
  <cp:revision>2</cp:revision>
  <dcterms:created xsi:type="dcterms:W3CDTF">2026-09-08T12:41:00Z</dcterms:created>
  <dcterms:modified xsi:type="dcterms:W3CDTF">2026-09-08T15:53:01Z</dcterms:modified>
</cp:coreProperties>
</file>