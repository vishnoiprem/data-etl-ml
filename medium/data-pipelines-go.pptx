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 w="9525">
            <a:solidFill>
              <a:srgbClr val="8686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technical essay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Building Data-Driven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Apps &amp; ML Pipelines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 </a:t>
            </a:r>
            <a:pPr indent="0" marL="0">
              <a:buNone/>
            </a:pPr>
            <a:r>
              <a:rPr lang="en-US" sz="54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Golang</a:t>
            </a:r>
            <a:pPr indent="0" marL="0">
              <a:buNone/>
            </a:pPr>
            <a:r>
              <a:rPr lang="en-US" sz="5400" dirty="0">
                <a:solidFill>
                  <a:srgbClr val="D2D2D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548640" cy="0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 Vishnoi   ·   Head of AI &amp;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field guide for engineers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40x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429768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more bytes of data than stars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the observable universe, by 2020.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9768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Data Never Sleeps 7.0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822960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reflex: reach for Hadoop, Spark, Kafka, Airflow, K8s.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truth: most workloads are medium-data problems in disguise.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simple. Measure. Only scale when the data refuses to cooperate.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412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30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data pipeline is a process</a:t>
            </a:r>
            <a:endParaRPr lang="en-US" sz="3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0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that takes input data through</a:t>
            </a:r>
            <a:endParaRPr lang="en-US" sz="3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0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series of transformation</a:t>
            </a:r>
            <a:endParaRPr lang="en-US" sz="3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0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stages, producing </a:t>
            </a:r>
            <a:pPr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as output.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4343400"/>
            <a:ext cx="274320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  ›  transform  ›  output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specialization.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Machine Learning Pipeline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1D1D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logs · events · features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24688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291840" y="246888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1D1D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training script · 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24688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6126480" y="246888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560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Trained model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2648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3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artifact, versioned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822960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skeleton as any data pipeline. Different payload.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Flow.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ETL Skeleton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Extract  ›  Transform  ›  Load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0071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963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Ingest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8437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92808" y="233172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075688" y="233172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5688" y="24963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75688" y="28437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11296" y="233172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694176" y="233172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94176" y="24963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94176" y="28437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ETL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9784" y="233172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312664" y="233172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2664" y="24963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12664" y="28437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48272" y="2331720"/>
            <a:ext cx="164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931152" y="233172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1152" y="24963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31152" y="28437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4654296" cy="502920"/>
          </a:xfrm>
          <a:prstGeom prst="roundRect">
            <a:avLst>
              <a:gd name="adj" fmla="val 14545"/>
            </a:avLst>
          </a:prstGeom>
          <a:solidFill>
            <a:srgbClr val="0071E3">
              <a:alpha val="12000"/>
            </a:srgbClr>
          </a:solidFill>
          <a:ln w="15240">
            <a:solidFill>
              <a:srgbClr val="0071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74720"/>
            <a:ext cx="4654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1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Focus: where Go shines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434840"/>
            <a:ext cx="822960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other three stages are mostly storage &amp; I/O. Interesting problems live in the first and third.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Go?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built-in superpowers for data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743200" cy="2377440"/>
          </a:xfrm>
          <a:prstGeom prst="roundRect">
            <a:avLst>
              <a:gd name="adj" fmla="val 5385"/>
            </a:avLst>
          </a:prstGeom>
          <a:solidFill>
            <a:srgbClr val="F5F5F7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86000"/>
            <a:ext cx="502920" cy="50292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●●●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Goroutines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319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Cheap concurrency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Spawn 10k workers without breaking a sweat. True parallel fan-out across every CPU core.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2057400"/>
            <a:ext cx="2743200" cy="2377440"/>
          </a:xfrm>
          <a:prstGeom prst="roundRect">
            <a:avLst>
              <a:gd name="adj" fmla="val 5385"/>
            </a:avLst>
          </a:prstGeom>
          <a:solidFill>
            <a:srgbClr val="F5F5F7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2286000"/>
            <a:ext cx="502920" cy="502920"/>
          </a:xfrm>
          <a:prstGeom prst="ellipse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Channels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0" y="3319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C8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Typed pipelines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Compose stages by passing channels. Backpressure is built in — no queues, no frameworks.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2057400"/>
            <a:ext cx="2743200" cy="2377440"/>
          </a:xfrm>
          <a:prstGeom prst="roundRect">
            <a:avLst>
              <a:gd name="adj" fmla="val 5385"/>
            </a:avLst>
          </a:prstGeom>
          <a:solidFill>
            <a:srgbClr val="F5F5F7"/>
          </a:solidFill>
          <a:ln w="9525">
            <a:solidFill>
              <a:srgbClr val="D2D2D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2286000"/>
            <a:ext cx="502920" cy="502920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 binary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29400" y="3319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0D1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Ship &amp; forget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657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static executable. No JVM. No virtualenv. Boots in milliseconds. scp is your deploy tool.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standard library gives you 90% of a pipeline framework — minus the framework.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building blocks.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stage is a function. Each link is a channel.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860">
            <a:solidFill>
              <a:srgbClr val="0071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48840"/>
            <a:ext cx="73152" cy="219456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func() &lt;-chan 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Emits values on a channel.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 files, DBs, streams.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08960" y="2148840"/>
            <a:ext cx="137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246120" y="21488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860">
            <a:solidFill>
              <a:srgbClr val="BF5A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2148840"/>
            <a:ext cx="73152" cy="2194560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Processor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F5A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transformer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30175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func(&lt;-chan T) &lt;-chan U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Filters, maps, aggregates.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middle of the pipe.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97880" y="2148840"/>
            <a:ext cx="137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035040" y="21488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860">
            <a:solidFill>
              <a:srgbClr val="30D1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148840"/>
            <a:ext cx="73152" cy="2194560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Consumer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1792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0D1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0175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func(&lt;-chan T)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Terminal: prints, saves,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pushes to an API.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822960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1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 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5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 U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pattern Go devs use for HTTP middleware. Composition, top to bottom.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out: Fan-out, Fan-in.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generator. N workers. One sink. Linear speedup until you run out of cores.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2860">
            <a:solidFill>
              <a:srgbClr val="0071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05740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BF5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130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Worker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5A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goroutine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306324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BF5A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136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Worker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5A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goroutine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40690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BF5A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4142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Worker 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5AF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goroutine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278892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2860">
            <a:solidFill>
              <a:srgbClr val="30D1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Merge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D1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fan-in + sync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3200400"/>
            <a:ext cx="1188720" cy="-758952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2194560" y="3200400"/>
            <a:ext cx="1188720" cy="246888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2194560" y="3200400"/>
            <a:ext cx="1188720" cy="1252728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5212080" y="2441448"/>
            <a:ext cx="1645920" cy="758952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5212080" y="3447288"/>
            <a:ext cx="1645920" cy="-246888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5212080" y="4453128"/>
            <a:ext cx="1645920" cy="-1252728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228600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fan-out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fan-in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Pattern: a sync.WaitGroup in the merge stage closes the output once all workers are done.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Rules.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Production patterns.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lessons that will save you months.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Own your closures.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Whoever creates the channel closes it. Everyone else only reads or writes.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63440" y="20574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2057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Plumb a done signal.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context.Context everywhere. Never ship a pipeline without cancellation.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Fan out on CPU stages.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2735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Parallelise where the work is. Serialise just before the sink.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63440" y="29260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03520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Buffer sparingly.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32735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Buffers hide backpressure. Let the channel push back honestly.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3794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 before clustering.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1422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50 GB dataset on one SSD is not a Spark problem.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63440" y="3794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30352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binary, one deploy.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41422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scp the binary. systemctl restart. Done. Call it a day.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200" kern="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more thing.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simple.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only when you must.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 workloads never reach the threshold where Spark pays off.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548640" cy="0"/>
          </a:xfrm>
          <a:prstGeom prst="line">
            <a:avLst/>
          </a:prstGeom>
          <a:noFill/>
          <a:ln w="19050">
            <a:solidFill>
              <a:srgbClr val="0071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 Vishnoi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Further reading: Kleppmann  ·  Rob Pike  ·  Benthos  ·  Gorgonia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Data-Driven Apps &amp; ML Pipelines with Go</dc:title>
  <dc:subject>PptxGenJS Presentation</dc:subject>
  <dc:creator>Prem Vishnoi</dc:creator>
  <cp:lastModifiedBy>Prem Vishnoi</cp:lastModifiedBy>
  <cp:revision>1</cp:revision>
  <dcterms:created xsi:type="dcterms:W3CDTF">2026-04-18T01:19:24Z</dcterms:created>
  <dcterms:modified xsi:type="dcterms:W3CDTF">2026-04-18T01:19:24Z</dcterms:modified>
</cp:coreProperties>
</file>