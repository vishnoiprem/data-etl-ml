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AI Engineer Interview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Preparation for CTO-Level Candidate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Rounds • 6-8 Weeks • 140M Transactions Daily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@ Scale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140M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daily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645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requirement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Senior AI Talent?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233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Fraud evolving faster than rules-based systems can handle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3891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compliance requirements (PSD2, open banking)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7548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Shift to agentic AI (autonomous decision-making)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1206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Developer experience for fintech partners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4-Round Interview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— HR Screen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fit, compensation, communication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— Technical Deep-Dive #1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infrastructure, live coding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— Technical Deep-Dive #2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800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design, architecture decisions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 — Behavioral &amp; Managerial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leadership, ethics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Technical Domains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320040" cy="32004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645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Design &amp; Architecture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029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feature stores, streaming, drift detection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320040" cy="32004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LLMOps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90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guardrails, agent evaluation frameworks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320040" cy="32004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&amp; Infrastructure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502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optimization, time-series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320040" cy="32004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&amp; Culture Fit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10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Ethics, compliance, cross-functional collaboration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1: Low-Latency Feature Store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Sub-10ms SLA for 100k TPS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Layer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&lt;1ms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features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Layer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&lt;5ms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514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set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Layer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017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Spark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3017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Trade-off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vs Latency: Accept eventual consistency for &lt;10ms (strong consistency ≥50ms)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1: Real-Time Fraud Detection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second decision latency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Ingestion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2011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500µs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Retrieval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100µs-5ms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514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&lt;100ms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Triton/KServe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Model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&lt;900ms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guarantee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complete system failures: What happens when feature store goes down?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2: Agent Evaluation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systems require multi-layered metrics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20116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structure, latency, hallucination detection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26060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sampling, inter-rater agreement (Cohen's kappa)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Metrics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320040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efficiency (50% faster), false positive rate (&lt;2%)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7947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detection, fallback rules, confidence threshold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Every decision must be traceable for regulatory review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HR Screen (30 min)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Narrative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651760" y="1645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"Shipped ML systems at 100M+ daily predictions; led teams of 15+ across data, ML, compliance"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Mastercard?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2402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"Global scale + compliance complexity = frontier of ML engineering. Impact 140M daily transactions."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Stories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834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reduction (business impact), real-time ML at scale, team leadership, learning from failure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3429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role expectations, team structure, first-year success metrics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Technical Deep-Dive (90 min)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(40 min)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2103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LeetCode Medium/Hard with ML twist (anomaly detection, velocity checks)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468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Focus: clear thinking, code quality, edge cases (not raw speed)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834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advantage: design pseudocode first, discuss trade-offs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(50 min)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977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"Design a fraud detection system for 100k TPS"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343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Structure: clarify requirements → architecture → deep-dive on bottlenecks → monitoring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709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role: articulate trade-offs, discuss failure modes, business impact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4: Behavioral Themes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31520" y="1719072"/>
            <a:ext cx="182880" cy="18288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&gt; Speed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645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 launch for 6 weeks to fix 15% model bias; built customer trust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313432"/>
            <a:ext cx="182880" cy="18288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Trade-offs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100% vs approval rate 70%—made the tension explicit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907792"/>
            <a:ext cx="182880" cy="18288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Failure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834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caused 40% spike post-launch; now drift detection is mandatory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502152"/>
            <a:ext cx="182880" cy="18288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at System Level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429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= unblock obstacles, manage cross-org, give autonomy + context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Preparation Timeline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Foundations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645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Systems Design course, real-time systems, 5 coding problems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Mastercard Context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240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reports, payment/fintech news, tech blog research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834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834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mock interviews with senior engineers, record &amp; critique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429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Polish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429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Mastercard narratives, interview questions list, tech setup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Competitive Edge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31520" y="1719072"/>
            <a:ext cx="182880" cy="18288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1645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awareness — design systems explaining why certain choices exist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313432"/>
            <a:ext cx="182880" cy="18288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240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mindset — monitor, rollback, failure modes before architecting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907792"/>
            <a:ext cx="182880" cy="18288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2834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clarity — explain decisions to non-technical stakeholders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502152"/>
            <a:ext cx="182880" cy="18288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3429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grounding — compliance &amp; ethics weigh equally with performance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got this.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thinking + production mindset + leadership clarity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the full interview guide for detailed strategies, practice problems, and mock Q&amp;As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2026-09-20T15:27:10Z</dcterms:created>
  <dcterms:modified xsi:type="dcterms:W3CDTF">2026-09-20T15:27:10Z</dcterms:modified>
</cp:coreProperties>
</file>