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FA5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CRACK THE INTERVIEW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 Logistics — Senior Manager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Data, Analytics &amp; 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Transformation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 VISHNOI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Brutally Practical Guide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Decoding    </a:t>
            </a:r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  </a:t>
            </a:r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Prep    </a:t>
            </a:r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Rounds + 90-Day Plan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WANT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"T-Shape" Profile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749040" cy="32004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54864" cy="32004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 — Horizontal Skills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(APIs, frontend)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(Azure, Databricks, Fabric)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containerization, version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communication &amp; storytelling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team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PDPA compliance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749040" cy="32004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3200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— Vertical Expertise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models (YOLO, ResNet)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(Prophet, XGBoost, LSTM)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optimisation algorithms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batch data pipelines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scaling (MLOps)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AI/ML at scale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pure data scientist. Not a pure engineer. A unicorn who does both + leads a team + presents to C-suite.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TECH TO FOCUS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Priority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12344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12344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60% of Prep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"Asked in every round"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SQL (Advanced)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Window functions, CTEs, query optimization — they WILL give you a live SQL test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 + Pandas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PySpark / Spark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Azure (ADF, ADLS, Synapse, Azure ML)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Databricks + Fabric (Unity Catalog, Delta Lake)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7863840" cy="9144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97480"/>
            <a:ext cx="54864" cy="9144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25% of Prep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"Deep-dive in Round 2-3"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ML/AI Frameworks (PyTorch, CV, Time Series)  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MLOps (Docker, CI/CD, MLflow)  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API Dev (FastAPI)    9. Data Governance (PDPA!)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54864" cy="6858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15% of Prep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"Mention to impress"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LLMs (Hugging Face, OpenAI, RAG)   11. Route Optimisation (OR-Tools)   12. Full-stack (REST)   13. Streaming (Kafka)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 SQL → Python → Spark → Cloud → ML → Deploy  — the data lifecycle itself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INTERVIEW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Rounds, 4 Skill Domains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7315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463040"/>
            <a:ext cx="594360" cy="5486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+ Hiring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Fit, Leadership, Motivation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463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103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86000"/>
            <a:ext cx="54864" cy="7315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377440"/>
            <a:ext cx="594360" cy="5486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77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Lead / Data 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SQL, Python,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017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200400"/>
            <a:ext cx="54864" cy="73152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291840"/>
            <a:ext cx="594360" cy="54864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2918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 / Director Level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Business Value, ROI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B47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3931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114800"/>
            <a:ext cx="54864" cy="7315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4206240"/>
            <a:ext cx="594360" cy="5486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062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3736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C-Suite (CTO/COO)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7373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Transformation, ROI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4206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min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"Why ST Logistics? It's not a tech company."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1005840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FLIP THE NARRATIVE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783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tech company" = feature, not a bug. Constraint-rich + data-rich = every model has real-world impact.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560320"/>
            <a:ext cx="54864" cy="1005840"/>
          </a:xfrm>
          <a:prstGeom prst="rect">
            <a:avLst/>
          </a:prstGeom>
          <a:solidFill>
            <a:srgbClr val="FFD5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43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SHOW DOMAIN VALUE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54480" y="2971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route optimization = $100K+ saved/yr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forecast improvement = $300K inventory reduction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damage detection = 60% faster claims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74904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31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CAREER AMBITION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4160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data culture from scratch = leadership story. Proving AI ROI in operations = C-suite credibility.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Convince the C-suite — STAR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0" cy="8229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used spreadsheets for demand forecasting. ~60% accuracy.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94560"/>
            <a:ext cx="548640" cy="8229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$150K budget for Azure + Databricks + 1 hire.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548640" cy="82296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3-Meeting Strategy: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1: Show pain ($2.3M excess inventory)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2: Show proof (2-week POC: 82% vs 60%)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3: Show roadmap (phased 3-6-12 months)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14800"/>
            <a:ext cx="548640" cy="8229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389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secured. Deployed in 4 months. Year-1 savings: $920K.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Quantify everything. Use dollar amounts. Show phased approach. Never burn budget all at once.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Managing Morale When Under-Resourced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02920" cy="10058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THE TEAM'S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shield between C-suite and my engineers. Every ad-hoc request goes through me. I negotiate scope and timeline before it hits the team.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68880"/>
            <a:ext cx="502920" cy="10058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WINS VISIBLE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5292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"Demo Friday" — 15 minutes, someone shows what they built. I invite stakeholders. My team gets the credit, not me. Recognition beats pizza parties.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57600"/>
            <a:ext cx="502920" cy="10058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GROWTH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gets 4 hrs/week for learning. Certification prep, side projects. Not optional — I protect that time like production uptime.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— TECHNICAL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SQL: Top 3 Warehouses by Delay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03520" cy="3017520"/>
          </a:xfrm>
          <a:prstGeom prst="rect">
            <a:avLst/>
          </a:prstGeom>
          <a:solidFill>
            <a:srgbClr val="101C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801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delivery_delays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warehouse_id,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DATEDIFF(day,scheduled,actual)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- 2*DATEDIFF(week,scheduled,actual)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business_day_delay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deliveries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actual &gt;= DATEADD(day,-90,GETDATE())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status = 'COMPLETED'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warehouse_stats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warehouse_id,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AVG(business_day_delay) AS avg_delay,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(ORDER BY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AVG(business_day_delay) DESC) AS rnk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delivery_delays GROUP BY warehouse_id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warehouse_stats WHERE rnk &lt;= 3;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468880" cy="3017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188720"/>
            <a:ext cx="54864" cy="30175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280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Narration Tips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6459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code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weekends (logistics!)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P95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hide outliers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not ROW_NUMBER()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both appear in top 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— TECHNICAL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Shipment Tracking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5943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90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IoT/GPS · Partner APIs · Barcode Scans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863840" cy="5943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54864" cy="5943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Event Hubs (Kafka-compatible)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region · 1M events/min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606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749040" cy="10515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34640"/>
            <a:ext cx="54864" cy="10515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PATH (Real-time)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micro-batch windows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Watermark: 10 min (late events)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749040" cy="10515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4864" cy="10515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PATH (Batch)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→ ADLS Gen2 → Delta Lake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layers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aggregates for reporting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886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114800"/>
            <a:ext cx="54864" cy="5943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370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Fabric (DirectLake mode) — Auto-refresh &lt;5 min — Live shipment map · Delay alerts · Warehouse KPIs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for ACID transactions (no duplicates in logistics) · DirectLake = no import scheduling needed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— CORE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 — Memorize This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468880" cy="22860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Raw, Append-only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as-is from 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468880" cy="22860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80160"/>
            <a:ext cx="2468880" cy="4572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Cleaned, Typed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&amp; validated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types applied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joins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468880" cy="22860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80160"/>
            <a:ext cx="2468880" cy="4572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Business-ready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aggregates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tables for Power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feature tables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7863840" cy="11887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+ Delta Lake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Purview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Consumed By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(DirectLake), FastAPI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prevent duplicates in logistics data. Schema enforcement catches bad data before it reaches Gold. Time travel enables full auditability.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— AI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+ Demand Forecasting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35204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35204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Damage Detection (CV)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5K+ labeled images · 5 classes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Model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ResNet50 transfer learning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mAP &gt; 0.85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Deploy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(Jetson) + Cloud sync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 inference on conveyor belt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Business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WMS → Carrier liability report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749040" cy="35204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54864" cy="35204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 (Ensemble)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(t-1, t-7, t-30) · Rolling stats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(CNY, monsoon, holidays)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Product category · Region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Ensemble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(0.3) + XGBoost (0.5) + LSTM (0.2)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MAPE &lt; 15%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scheduled daily reforecast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/predict/demand?warehouse=SG-01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—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Incident Response + PDPA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1097280" cy="7315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307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5819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pipeline · Identify blast radius · Revoke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196596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03120"/>
            <a:ext cx="1097280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1-4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176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450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+ IT Security · PDPA: notify PDPC within 3 days if significant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283464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71800"/>
            <a:ext cx="1097280" cy="7315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1-3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044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3192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PII (SHA-256 + salt) · Purge Gold tables · Add PII scanner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7033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840480"/>
            <a:ext cx="1097280" cy="7315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1-2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41879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access (Unity Catalog) · CI/CD quality gates · Training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Singapore:  Purpose limitation · DPO required · NRIC + phone = PII · 3-day breach notification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B47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3 — BUSINESS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"Show Me the ROI" — $500K Investment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D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D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Value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D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Measured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00200"/>
            <a:ext cx="54864" cy="411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$320K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less excess inventory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03120"/>
            <a:ext cx="54864" cy="41148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103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less fuel + overtime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06040"/>
            <a:ext cx="54864" cy="411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Detection (CV)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$95K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claims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108960"/>
            <a:ext cx="54864" cy="4114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analyst-hrs/mo freed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611880"/>
            <a:ext cx="54864" cy="4114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611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47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fewer escalation calls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160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ANNUAL VALUE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$730K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12064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ROI: 46%  |  Year 2+: &gt;100%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" y="4754880"/>
            <a:ext cx="54864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the platform. Every additional use case now costs 70% less to deploy. Year two ROI will be north of 100%."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4 —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Integration in Logistics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10515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10515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533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of Lading, Customs forms, PODs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GPT-4 structured extraction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 WMS fields, flag for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863840" cy="10515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54864" cy="10515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87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Queries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people need data, only 3 can write 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 over Gold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"On-time delivery rate for electronics?" → 92.3%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7863840" cy="105156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49040"/>
            <a:ext cx="54864" cy="105156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47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Explanation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spike → LLM pulls correlated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narrative: "Delay spike correlates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X vehicle shortage + client Y flash sale"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Azure OpenAI + Azure Doc Intelligence for OCR · Hugging Face for custom fine-tuning · RAG for grounded answers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4 — CURVEBALL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at ST Logistics — 90-Day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0" cy="109728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1-30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&amp; AUDIT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325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with every team member &amp; stakeholder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pipelines: what runs, breaks, is manual?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10 tables → data quality scorecard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of Data" report → identify 3 quick wins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1371600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31-60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 + FOUNDATION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6060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3 quick wins (fix pipeline, automate report)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CI/CD for data pipelines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quality monitoring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"Data Office Hours" for stakeholders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7863840" cy="10972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94760"/>
            <a:ext cx="1371600" cy="109728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61-90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BIG PROJECT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3886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demand forecasting (highest ROI)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v1 (ownership, catalog, PII rules)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roadmap to C-suite with ROI projections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quarterly OKRs for the data team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REMEMBER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Palace + Daily Drill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13258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132588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53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 DOOR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Culture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Logistics doorbell → warehouse inside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leadership stories pinned to wall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749040" cy="13258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53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KITCHEN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Technical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= SQL queries on cutting 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 = Spark cooking Bronze→Silver→Gold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= ADLS Gen2 cold 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3749040" cy="13258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54864" cy="13258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862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47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ROOM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815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= architecture diagram playing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Bookshelf = layers (Ingest, Store, Compute)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table = ROI calculations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3749040" cy="13258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788920"/>
            <a:ext cx="54864" cy="132588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862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0815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Vision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= 90-day plan tucked underneath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= "Day 1 — what do you do?"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389120"/>
            <a:ext cx="7863840" cy="68580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389120"/>
            <a:ext cx="54864" cy="6858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5-4-3-2-1 Daily Drill (2 weeks pre-interview)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Draw Medallion arch  |  4 = Recite 4 AI use cases  |  3 = Write 3 SQL patterns  |  2 = Explain 2 models E2E  |  1 = Tell 1 story with $$$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CHEAT SHEETS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Acronyms to Carry Into the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25603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25603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Databricks (compute)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 Hubs (streaming)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Lake (ADLS Gen2 + Delta)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Transformation (Spark)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APIs (FastAPI)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468880" cy="25603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54864" cy="25603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5727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 Tech Q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 ("In logistics...")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Requirements (constraints)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Implementation (build it)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 (handles X because...)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Production (deploy how)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468880" cy="256032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25603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PDPA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5727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Data Law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Purpose limitation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DPO required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Personal data (NRIC=PII)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Accountability (prove it)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Breach: 3-day notification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7863840" cy="10972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Flashcards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 on Delta Lake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vs XGBoost?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vs non-linear. Ensemble both.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4600" y="4690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governance: ownership + lineage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4690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reads Delta directly, no import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Before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2926080"/>
          </a:xfrm>
          <a:prstGeom prst="rect">
            <a:avLst/>
          </a:prstGeom>
          <a:solidFill>
            <a:srgbClr val="17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37160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Laptop charged, demo code ready to screen-share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Architecture diagrams printed (or iPad ready)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leadership stories rehearsed WITH NUMBERS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90-day plan on one page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 Logistics annual report skimmed (clients, revenue)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5 questions for them written down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Good night's sleep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53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"They want a unicorn. Unicorns are just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who prepared more than everyone else."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 VISHNOI  |  Good luck — you've got this.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Logistics Interview Prep — Senior Manager Data, Analytics &amp; AI</dc:title>
  <dc:subject>PptxGenJS Presentation</dc:subject>
  <dc:creator>Pem Vishnoi</dc:creator>
  <cp:lastModifiedBy>Pem Vishnoi</cp:lastModifiedBy>
  <cp:revision>1</cp:revision>
  <dcterms:created xsi:type="dcterms:W3CDTF">2026-03-22T05:33:45Z</dcterms:created>
  <dcterms:modified xsi:type="dcterms:W3CDTF">2026-03-22T05:33:45Z</dcterms:modified>
</cp:coreProperties>
</file>